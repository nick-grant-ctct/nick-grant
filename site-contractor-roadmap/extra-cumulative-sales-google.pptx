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defPPr>
        <a:defRPr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jpe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8B00"/>
      </a:accent1>
      <a:accent2>
        <a:srgbClr val="8A919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